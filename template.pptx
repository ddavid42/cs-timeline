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58" r:id="rId2"/>
    <p:sldId id="259" r:id="rId3"/>
  </p:sldIdLst>
  <p:sldSz cx="3779838" cy="5364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rtes" id="{B2EA98B2-CFC9-475B-B050-65204669BBA8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94" autoAdjust="0"/>
    <p:restoredTop sz="94370" autoAdjust="0"/>
  </p:normalViewPr>
  <p:slideViewPr>
    <p:cSldViewPr snapToGrid="0">
      <p:cViewPr varScale="1">
        <p:scale>
          <a:sx n="135" d="100"/>
          <a:sy n="135" d="100"/>
        </p:scale>
        <p:origin x="235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8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defour" userId="2cfddb5f63f1a76e" providerId="LiveId" clId="{33DADDCD-BF1F-49EF-BFFB-79155D256784}"/>
    <pc:docChg chg="delSld modSld modSection">
      <pc:chgData name="david defour" userId="2cfddb5f63f1a76e" providerId="LiveId" clId="{33DADDCD-BF1F-49EF-BFFB-79155D256784}" dt="2026-08-15T08:43:59.070" v="27" actId="962"/>
      <pc:docMkLst>
        <pc:docMk/>
      </pc:docMkLst>
      <pc:sldChg chg="modSp mod">
        <pc:chgData name="david defour" userId="2cfddb5f63f1a76e" providerId="LiveId" clId="{33DADDCD-BF1F-49EF-BFFB-79155D256784}" dt="2026-08-15T08:43:25.210" v="24" actId="962"/>
        <pc:sldMkLst>
          <pc:docMk/>
          <pc:sldMk cId="2143511494" sldId="258"/>
        </pc:sldMkLst>
        <pc:spChg chg="mod">
          <ac:chgData name="david defour" userId="2cfddb5f63f1a76e" providerId="LiveId" clId="{33DADDCD-BF1F-49EF-BFFB-79155D256784}" dt="2026-08-15T08:39:51.295" v="18" actId="20577"/>
          <ac:spMkLst>
            <pc:docMk/>
            <pc:sldMk cId="2143511494" sldId="258"/>
            <ac:spMk id="15" creationId="{C90F7E45-1D13-512A-FAFC-1BAED8163A73}"/>
          </ac:spMkLst>
        </pc:spChg>
        <pc:picChg chg="mod">
          <ac:chgData name="david defour" userId="2cfddb5f63f1a76e" providerId="LiveId" clId="{33DADDCD-BF1F-49EF-BFFB-79155D256784}" dt="2026-08-15T08:43:25.210" v="24" actId="962"/>
          <ac:picMkLst>
            <pc:docMk/>
            <pc:sldMk cId="2143511494" sldId="258"/>
            <ac:picMk id="9" creationId="{B003716D-C829-7871-14C8-B634B72E3413}"/>
          </ac:picMkLst>
        </pc:picChg>
        <pc:picChg chg="mod">
          <ac:chgData name="david defour" userId="2cfddb5f63f1a76e" providerId="LiveId" clId="{33DADDCD-BF1F-49EF-BFFB-79155D256784}" dt="2026-08-15T08:39:38.890" v="14" actId="962"/>
          <ac:picMkLst>
            <pc:docMk/>
            <pc:sldMk cId="2143511494" sldId="258"/>
            <ac:picMk id="13" creationId="{1FEB60F9-8ED2-0E4F-182C-17D79FEEF569}"/>
          </ac:picMkLst>
        </pc:picChg>
      </pc:sldChg>
      <pc:sldChg chg="modSp">
        <pc:chgData name="david defour" userId="2cfddb5f63f1a76e" providerId="LiveId" clId="{33DADDCD-BF1F-49EF-BFFB-79155D256784}" dt="2026-08-15T08:43:59.070" v="27" actId="962"/>
        <pc:sldMkLst>
          <pc:docMk/>
          <pc:sldMk cId="3273551283" sldId="259"/>
        </pc:sldMkLst>
        <pc:spChg chg="mod">
          <ac:chgData name="david defour" userId="2cfddb5f63f1a76e" providerId="LiveId" clId="{33DADDCD-BF1F-49EF-BFFB-79155D256784}" dt="2026-08-15T08:43:40.605" v="26" actId="962"/>
          <ac:spMkLst>
            <pc:docMk/>
            <pc:sldMk cId="3273551283" sldId="259"/>
            <ac:spMk id="2" creationId="{2DE7755B-C26B-D10F-0CC9-BC072FFEDA06}"/>
          </ac:spMkLst>
        </pc:spChg>
        <pc:spChg chg="mod">
          <ac:chgData name="david defour" userId="2cfddb5f63f1a76e" providerId="LiveId" clId="{33DADDCD-BF1F-49EF-BFFB-79155D256784}" dt="2026-08-15T08:43:59.070" v="27" actId="962"/>
          <ac:spMkLst>
            <pc:docMk/>
            <pc:sldMk cId="3273551283" sldId="259"/>
            <ac:spMk id="15" creationId="{CEA2514C-D472-B4E0-B6BA-A5E581052781}"/>
          </ac:spMkLst>
        </pc:spChg>
        <pc:picChg chg="mod">
          <ac:chgData name="david defour" userId="2cfddb5f63f1a76e" providerId="LiveId" clId="{33DADDCD-BF1F-49EF-BFFB-79155D256784}" dt="2026-08-15T08:43:40.605" v="26" actId="962"/>
          <ac:picMkLst>
            <pc:docMk/>
            <pc:sldMk cId="3273551283" sldId="259"/>
            <ac:picMk id="9" creationId="{8956667D-147F-2ED1-F642-74215C404175}"/>
          </ac:picMkLst>
        </pc:picChg>
        <pc:picChg chg="mod">
          <ac:chgData name="david defour" userId="2cfddb5f63f1a76e" providerId="LiveId" clId="{33DADDCD-BF1F-49EF-BFFB-79155D256784}" dt="2026-08-15T08:43:40.605" v="26" actId="962"/>
          <ac:picMkLst>
            <pc:docMk/>
            <pc:sldMk cId="3273551283" sldId="259"/>
            <ac:picMk id="13" creationId="{C215D5FA-C7A2-2E42-8085-A9B59B465E5E}"/>
          </ac:picMkLst>
        </pc:picChg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511255870" sldId="260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907153502" sldId="26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504033244" sldId="26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138324693" sldId="26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35059428" sldId="26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902952601" sldId="26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842127332" sldId="26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920513829" sldId="26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339651563" sldId="268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415705726" sldId="269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010820909" sldId="27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4159059284" sldId="27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4131316528" sldId="27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377974147" sldId="27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4071790917" sldId="27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58897146" sldId="27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159388121" sldId="27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564170349" sldId="278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888819541" sldId="279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767029311" sldId="280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924441455" sldId="28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226589968" sldId="28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482357839" sldId="28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4004143717" sldId="28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495815593" sldId="28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637035239" sldId="28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831248495" sldId="28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242335087" sldId="288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521490222" sldId="289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842101324" sldId="290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74299748" sldId="29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022360005" sldId="29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623540027" sldId="29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593202342" sldId="29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581129262" sldId="29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90235176" sldId="29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448452825" sldId="29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480925338" sldId="298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584860308" sldId="299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892369079" sldId="300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994914969" sldId="30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857718852" sldId="30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047663770" sldId="30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665156403" sldId="30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903639369" sldId="30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417903531" sldId="30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596115944" sldId="30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712671627" sldId="308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602571451" sldId="309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791012404" sldId="310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705163975" sldId="31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04968729" sldId="31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561546024" sldId="31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876027646" sldId="31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69344311" sldId="31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922821891" sldId="31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00691741" sldId="31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699536717" sldId="318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889950269" sldId="319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955413344" sldId="320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616988383" sldId="32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908791227" sldId="32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756005591" sldId="32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541222679" sldId="32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169302592" sldId="32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4217403986" sldId="32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172136391" sldId="32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513522854" sldId="328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857183213" sldId="329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729695778" sldId="330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09424966" sldId="33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655997041" sldId="33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319761671" sldId="33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600635772" sldId="33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19938270" sldId="33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481996523" sldId="33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734066492" sldId="33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943388874" sldId="338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72198154" sldId="339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135155743" sldId="340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45797778" sldId="34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587543416" sldId="34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504648010" sldId="34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416486945" sldId="34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733071772" sldId="34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4288709364" sldId="34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169401098" sldId="34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166839753" sldId="348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012578894" sldId="349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728344753" sldId="350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455503616" sldId="35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980694621" sldId="35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647352092" sldId="35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564972349" sldId="35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812424181" sldId="35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052426565" sldId="35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789409791" sldId="35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725582220" sldId="358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14550246" sldId="359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125051343" sldId="360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954070059" sldId="36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605483820" sldId="36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688634812" sldId="36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85457176" sldId="36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542007587" sldId="36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000486904" sldId="36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242223556" sldId="36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637805418" sldId="368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556633433" sldId="369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967789728" sldId="370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509944956" sldId="37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419145976" sldId="37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292702609" sldId="37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242717637" sldId="37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09870174" sldId="37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865331345" sldId="37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755815805" sldId="37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541204565" sldId="378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574632919" sldId="379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4179221858" sldId="380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2962217468" sldId="381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829546005" sldId="382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184190759" sldId="383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132336118" sldId="384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573169103" sldId="385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1761064948" sldId="386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3518068892" sldId="387"/>
        </pc:sldMkLst>
      </pc:sldChg>
      <pc:sldChg chg="del">
        <pc:chgData name="david defour" userId="2cfddb5f63f1a76e" providerId="LiveId" clId="{33DADDCD-BF1F-49EF-BFFB-79155D256784}" dt="2026-08-15T08:24:24.061" v="0" actId="47"/>
        <pc:sldMkLst>
          <pc:docMk/>
          <pc:sldMk cId="818780707" sldId="388"/>
        </pc:sldMkLst>
      </pc:sldChg>
    </pc:docChg>
  </pc:docChgLst>
  <pc:docChgLst>
    <pc:chgData name="david defour" userId="2cfddb5f63f1a76e" providerId="LiveId" clId="{C7A84591-EB46-4673-A69D-10B9F2E1855D}"/>
    <pc:docChg chg="undo custSel modSld">
      <pc:chgData name="david defour" userId="2cfddb5f63f1a76e" providerId="LiveId" clId="{C7A84591-EB46-4673-A69D-10B9F2E1855D}" dt="2026-09-01T15:37:05.707" v="158" actId="167"/>
      <pc:docMkLst>
        <pc:docMk/>
      </pc:docMkLst>
      <pc:sldChg chg="modSp mod">
        <pc:chgData name="david defour" userId="2cfddb5f63f1a76e" providerId="LiveId" clId="{C7A84591-EB46-4673-A69D-10B9F2E1855D}" dt="2026-09-01T15:36:32.520" v="151" actId="167"/>
        <pc:sldMkLst>
          <pc:docMk/>
          <pc:sldMk cId="2143511494" sldId="258"/>
        </pc:sldMkLst>
        <pc:spChg chg="mod">
          <ac:chgData name="david defour" userId="2cfddb5f63f1a76e" providerId="LiveId" clId="{C7A84591-EB46-4673-A69D-10B9F2E1855D}" dt="2026-09-01T15:36:11.035" v="146" actId="1076"/>
          <ac:spMkLst>
            <pc:docMk/>
            <pc:sldMk cId="2143511494" sldId="258"/>
            <ac:spMk id="15" creationId="{C90F7E45-1D13-512A-FAFC-1BAED8163A73}"/>
          </ac:spMkLst>
        </pc:spChg>
        <pc:picChg chg="ord">
          <ac:chgData name="david defour" userId="2cfddb5f63f1a76e" providerId="LiveId" clId="{C7A84591-EB46-4673-A69D-10B9F2E1855D}" dt="2026-09-01T15:36:25.639" v="149" actId="167"/>
          <ac:picMkLst>
            <pc:docMk/>
            <pc:sldMk cId="2143511494" sldId="258"/>
            <ac:picMk id="9" creationId="{B003716D-C829-7871-14C8-B634B72E3413}"/>
          </ac:picMkLst>
        </pc:picChg>
        <pc:picChg chg="mod ord">
          <ac:chgData name="david defour" userId="2cfddb5f63f1a76e" providerId="LiveId" clId="{C7A84591-EB46-4673-A69D-10B9F2E1855D}" dt="2026-09-01T15:36:32.520" v="151" actId="167"/>
          <ac:picMkLst>
            <pc:docMk/>
            <pc:sldMk cId="2143511494" sldId="258"/>
            <ac:picMk id="13" creationId="{1FEB60F9-8ED2-0E4F-182C-17D79FEEF569}"/>
          </ac:picMkLst>
        </pc:picChg>
      </pc:sldChg>
      <pc:sldChg chg="modSp mod">
        <pc:chgData name="david defour" userId="2cfddb5f63f1a76e" providerId="LiveId" clId="{C7A84591-EB46-4673-A69D-10B9F2E1855D}" dt="2026-09-01T15:37:05.707" v="158" actId="167"/>
        <pc:sldMkLst>
          <pc:docMk/>
          <pc:sldMk cId="3273551283" sldId="259"/>
        </pc:sldMkLst>
        <pc:spChg chg="mod">
          <ac:chgData name="david defour" userId="2cfddb5f63f1a76e" providerId="LiveId" clId="{C7A84591-EB46-4673-A69D-10B9F2E1855D}" dt="2026-08-31T08:29:47.612" v="75" actId="20577"/>
          <ac:spMkLst>
            <pc:docMk/>
            <pc:sldMk cId="3273551283" sldId="259"/>
            <ac:spMk id="2" creationId="{2DE7755B-C26B-D10F-0CC9-BC072FFEDA06}"/>
          </ac:spMkLst>
        </pc:spChg>
        <pc:spChg chg="mod">
          <ac:chgData name="david defour" userId="2cfddb5f63f1a76e" providerId="LiveId" clId="{C7A84591-EB46-4673-A69D-10B9F2E1855D}" dt="2026-08-31T09:16:49.195" v="114" actId="14100"/>
          <ac:spMkLst>
            <pc:docMk/>
            <pc:sldMk cId="3273551283" sldId="259"/>
            <ac:spMk id="15" creationId="{CEA2514C-D472-B4E0-B6BA-A5E581052781}"/>
          </ac:spMkLst>
        </pc:spChg>
        <pc:picChg chg="ord">
          <ac:chgData name="david defour" userId="2cfddb5f63f1a76e" providerId="LiveId" clId="{C7A84591-EB46-4673-A69D-10B9F2E1855D}" dt="2026-09-01T15:36:57.797" v="156" actId="167"/>
          <ac:picMkLst>
            <pc:docMk/>
            <pc:sldMk cId="3273551283" sldId="259"/>
            <ac:picMk id="9" creationId="{8956667D-147F-2ED1-F642-74215C404175}"/>
          </ac:picMkLst>
        </pc:picChg>
        <pc:picChg chg="mod ord">
          <ac:chgData name="david defour" userId="2cfddb5f63f1a76e" providerId="LiveId" clId="{C7A84591-EB46-4673-A69D-10B9F2E1855D}" dt="2026-09-01T15:37:05.707" v="158" actId="167"/>
          <ac:picMkLst>
            <pc:docMk/>
            <pc:sldMk cId="3273551283" sldId="259"/>
            <ac:picMk id="13" creationId="{C215D5FA-C7A2-2E42-8085-A9B59B465E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EAB7D-D17E-45D7-ADE2-1FF174AB1083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41563" y="1143000"/>
            <a:ext cx="2174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393A9B-901F-45C4-9CA3-0511612880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3948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912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1pPr>
    <a:lvl2pPr marL="219456" algn="l" defTabSz="438912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2pPr>
    <a:lvl3pPr marL="438912" algn="l" defTabSz="438912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3pPr>
    <a:lvl4pPr marL="658368" algn="l" defTabSz="438912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4pPr>
    <a:lvl5pPr marL="877824" algn="l" defTabSz="438912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5pPr>
    <a:lvl6pPr marL="1097280" algn="l" defTabSz="438912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6pPr>
    <a:lvl7pPr marL="1316736" algn="l" defTabSz="438912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7pPr>
    <a:lvl8pPr marL="1536192" algn="l" defTabSz="438912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8pPr>
    <a:lvl9pPr marL="1755648" algn="l" defTabSz="438912" rtl="0" eaLnBrk="1" latinLnBrk="0" hangingPunct="1">
      <a:defRPr sz="5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Generate a vertical A6 card illustration for a card game. Theme: The birth of calculation (calculus). The image depicts a prehistoric shepherd counting his animals with pebbles. In the foreground, a close-up of the shepherd’s hands placing small, smooth, rounded pebbles into neat rows on a flat stone slab. In the background, slightly out of focus, sheep are visible near a cave entrance. The composition is strictly vertical, with the stone slab taking up the lower half and the shepherd's torso and cave background in the upper half. Style: Rich digital painting, visible brushstrokes, warm atmospheric firelight. No text, no borders, edge-to-edge illustration. High quality, artistic and historical feel.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93A9B-901F-45C4-9CA3-05116128801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0050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3488" y="877886"/>
            <a:ext cx="3212862" cy="1867523"/>
          </a:xfrm>
        </p:spPr>
        <p:txBody>
          <a:bodyPr anchor="b"/>
          <a:lstStyle>
            <a:lvl1pPr algn="ctr">
              <a:defRPr sz="248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80" y="2817428"/>
            <a:ext cx="2834879" cy="1295097"/>
          </a:xfrm>
        </p:spPr>
        <p:txBody>
          <a:bodyPr/>
          <a:lstStyle>
            <a:lvl1pPr marL="0" indent="0" algn="ctr">
              <a:buNone/>
              <a:defRPr sz="992"/>
            </a:lvl1pPr>
            <a:lvl2pPr marL="189006" indent="0" algn="ctr">
              <a:buNone/>
              <a:defRPr sz="827"/>
            </a:lvl2pPr>
            <a:lvl3pPr marL="378013" indent="0" algn="ctr">
              <a:buNone/>
              <a:defRPr sz="744"/>
            </a:lvl3pPr>
            <a:lvl4pPr marL="567019" indent="0" algn="ctr">
              <a:buNone/>
              <a:defRPr sz="661"/>
            </a:lvl4pPr>
            <a:lvl5pPr marL="756026" indent="0" algn="ctr">
              <a:buNone/>
              <a:defRPr sz="661"/>
            </a:lvl5pPr>
            <a:lvl6pPr marL="945032" indent="0" algn="ctr">
              <a:buNone/>
              <a:defRPr sz="661"/>
            </a:lvl6pPr>
            <a:lvl7pPr marL="1134039" indent="0" algn="ctr">
              <a:buNone/>
              <a:defRPr sz="661"/>
            </a:lvl7pPr>
            <a:lvl8pPr marL="1323045" indent="0" algn="ctr">
              <a:buNone/>
              <a:defRPr sz="661"/>
            </a:lvl8pPr>
            <a:lvl9pPr marL="1512052" indent="0" algn="ctr">
              <a:buNone/>
              <a:defRPr sz="661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B62A8-A641-4A3C-864E-FD824D7B2A36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91AF-D0A5-46C6-8251-801610528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72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B62A8-A641-4A3C-864E-FD824D7B2A36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91AF-D0A5-46C6-8251-801610528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3749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96" y="1337317"/>
            <a:ext cx="3260110" cy="2231342"/>
          </a:xfrm>
        </p:spPr>
        <p:txBody>
          <a:bodyPr anchor="b"/>
          <a:lstStyle>
            <a:lvl1pPr>
              <a:defRPr sz="248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96" y="3589769"/>
            <a:ext cx="3260110" cy="1173410"/>
          </a:xfrm>
        </p:spPr>
        <p:txBody>
          <a:bodyPr/>
          <a:lstStyle>
            <a:lvl1pPr marL="0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1pPr>
            <a:lvl2pPr marL="189006" indent="0">
              <a:buNone/>
              <a:defRPr sz="827">
                <a:solidFill>
                  <a:schemeClr val="tx1">
                    <a:tint val="82000"/>
                  </a:schemeClr>
                </a:solidFill>
              </a:defRPr>
            </a:lvl2pPr>
            <a:lvl3pPr marL="378013" indent="0">
              <a:buNone/>
              <a:defRPr sz="744">
                <a:solidFill>
                  <a:schemeClr val="tx1">
                    <a:tint val="82000"/>
                  </a:schemeClr>
                </a:solidFill>
              </a:defRPr>
            </a:lvl3pPr>
            <a:lvl4pPr marL="567019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4pPr>
            <a:lvl5pPr marL="756026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5pPr>
            <a:lvl6pPr marL="945032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6pPr>
            <a:lvl7pPr marL="1134039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7pPr>
            <a:lvl8pPr marL="1323045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8pPr>
            <a:lvl9pPr marL="1512052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B62A8-A641-4A3C-864E-FD824D7B2A36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91AF-D0A5-46C6-8251-801610528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987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64" y="1427960"/>
            <a:ext cx="1606431" cy="34035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13543" y="1427960"/>
            <a:ext cx="1606431" cy="34035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B62A8-A641-4A3C-864E-FD824D7B2A36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91AF-D0A5-46C6-8251-801610528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60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6" y="285593"/>
            <a:ext cx="3260110" cy="103682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57" y="1314965"/>
            <a:ext cx="1599048" cy="644444"/>
          </a:xfrm>
        </p:spPr>
        <p:txBody>
          <a:bodyPr anchor="b"/>
          <a:lstStyle>
            <a:lvl1pPr marL="0" indent="0">
              <a:buNone/>
              <a:defRPr sz="992" b="1"/>
            </a:lvl1pPr>
            <a:lvl2pPr marL="189006" indent="0">
              <a:buNone/>
              <a:defRPr sz="827" b="1"/>
            </a:lvl2pPr>
            <a:lvl3pPr marL="378013" indent="0">
              <a:buNone/>
              <a:defRPr sz="744" b="1"/>
            </a:lvl3pPr>
            <a:lvl4pPr marL="567019" indent="0">
              <a:buNone/>
              <a:defRPr sz="661" b="1"/>
            </a:lvl4pPr>
            <a:lvl5pPr marL="756026" indent="0">
              <a:buNone/>
              <a:defRPr sz="661" b="1"/>
            </a:lvl5pPr>
            <a:lvl6pPr marL="945032" indent="0">
              <a:buNone/>
              <a:defRPr sz="661" b="1"/>
            </a:lvl6pPr>
            <a:lvl7pPr marL="1134039" indent="0">
              <a:buNone/>
              <a:defRPr sz="661" b="1"/>
            </a:lvl7pPr>
            <a:lvl8pPr marL="1323045" indent="0">
              <a:buNone/>
              <a:defRPr sz="661" b="1"/>
            </a:lvl8pPr>
            <a:lvl9pPr marL="1512052" indent="0">
              <a:buNone/>
              <a:defRPr sz="66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57" y="1959410"/>
            <a:ext cx="1599048" cy="28819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13543" y="1314965"/>
            <a:ext cx="1606923" cy="644444"/>
          </a:xfrm>
        </p:spPr>
        <p:txBody>
          <a:bodyPr anchor="b"/>
          <a:lstStyle>
            <a:lvl1pPr marL="0" indent="0">
              <a:buNone/>
              <a:defRPr sz="992" b="1"/>
            </a:lvl1pPr>
            <a:lvl2pPr marL="189006" indent="0">
              <a:buNone/>
              <a:defRPr sz="827" b="1"/>
            </a:lvl2pPr>
            <a:lvl3pPr marL="378013" indent="0">
              <a:buNone/>
              <a:defRPr sz="744" b="1"/>
            </a:lvl3pPr>
            <a:lvl4pPr marL="567019" indent="0">
              <a:buNone/>
              <a:defRPr sz="661" b="1"/>
            </a:lvl4pPr>
            <a:lvl5pPr marL="756026" indent="0">
              <a:buNone/>
              <a:defRPr sz="661" b="1"/>
            </a:lvl5pPr>
            <a:lvl6pPr marL="945032" indent="0">
              <a:buNone/>
              <a:defRPr sz="661" b="1"/>
            </a:lvl6pPr>
            <a:lvl7pPr marL="1134039" indent="0">
              <a:buNone/>
              <a:defRPr sz="661" b="1"/>
            </a:lvl7pPr>
            <a:lvl8pPr marL="1323045" indent="0">
              <a:buNone/>
              <a:defRPr sz="661" b="1"/>
            </a:lvl8pPr>
            <a:lvl9pPr marL="1512052" indent="0">
              <a:buNone/>
              <a:defRPr sz="66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13543" y="1959410"/>
            <a:ext cx="1606923" cy="288199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B62A8-A641-4A3C-864E-FD824D7B2A36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91AF-D0A5-46C6-8251-801610528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3993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B62A8-A641-4A3C-864E-FD824D7B2A36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91AF-D0A5-46C6-8251-801610528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933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B62A8-A641-4A3C-864E-FD824D7B2A36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91AF-D0A5-46C6-8251-801610528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8165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6" y="357611"/>
            <a:ext cx="1219096" cy="1251638"/>
          </a:xfrm>
        </p:spPr>
        <p:txBody>
          <a:bodyPr anchor="b"/>
          <a:lstStyle>
            <a:lvl1pPr>
              <a:defRPr sz="132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923" y="772341"/>
            <a:ext cx="1913543" cy="3812033"/>
          </a:xfrm>
        </p:spPr>
        <p:txBody>
          <a:bodyPr/>
          <a:lstStyle>
            <a:lvl1pPr>
              <a:defRPr sz="1323"/>
            </a:lvl1pPr>
            <a:lvl2pPr>
              <a:defRPr sz="1158"/>
            </a:lvl2pPr>
            <a:lvl3pPr>
              <a:defRPr sz="992"/>
            </a:lvl3pPr>
            <a:lvl4pPr>
              <a:defRPr sz="827"/>
            </a:lvl4pPr>
            <a:lvl5pPr>
              <a:defRPr sz="827"/>
            </a:lvl5pPr>
            <a:lvl6pPr>
              <a:defRPr sz="827"/>
            </a:lvl6pPr>
            <a:lvl7pPr>
              <a:defRPr sz="827"/>
            </a:lvl7pPr>
            <a:lvl8pPr>
              <a:defRPr sz="827"/>
            </a:lvl8pPr>
            <a:lvl9pPr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0356" y="1609249"/>
            <a:ext cx="1219096" cy="2981333"/>
          </a:xfrm>
        </p:spPr>
        <p:txBody>
          <a:bodyPr/>
          <a:lstStyle>
            <a:lvl1pPr marL="0" indent="0">
              <a:buNone/>
              <a:defRPr sz="661"/>
            </a:lvl1pPr>
            <a:lvl2pPr marL="189006" indent="0">
              <a:buNone/>
              <a:defRPr sz="579"/>
            </a:lvl2pPr>
            <a:lvl3pPr marL="378013" indent="0">
              <a:buNone/>
              <a:defRPr sz="496"/>
            </a:lvl3pPr>
            <a:lvl4pPr marL="567019" indent="0">
              <a:buNone/>
              <a:defRPr sz="413"/>
            </a:lvl4pPr>
            <a:lvl5pPr marL="756026" indent="0">
              <a:buNone/>
              <a:defRPr sz="413"/>
            </a:lvl5pPr>
            <a:lvl6pPr marL="945032" indent="0">
              <a:buNone/>
              <a:defRPr sz="413"/>
            </a:lvl6pPr>
            <a:lvl7pPr marL="1134039" indent="0">
              <a:buNone/>
              <a:defRPr sz="413"/>
            </a:lvl7pPr>
            <a:lvl8pPr marL="1323045" indent="0">
              <a:buNone/>
              <a:defRPr sz="413"/>
            </a:lvl8pPr>
            <a:lvl9pPr marL="1512052" indent="0">
              <a:buNone/>
              <a:defRPr sz="41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B62A8-A641-4A3C-864E-FD824D7B2A36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91AF-D0A5-46C6-8251-801610528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4300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6" y="357611"/>
            <a:ext cx="1219096" cy="1251638"/>
          </a:xfrm>
        </p:spPr>
        <p:txBody>
          <a:bodyPr anchor="b"/>
          <a:lstStyle>
            <a:lvl1pPr>
              <a:defRPr sz="132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06923" y="772341"/>
            <a:ext cx="1913543" cy="3812033"/>
          </a:xfrm>
        </p:spPr>
        <p:txBody>
          <a:bodyPr anchor="t"/>
          <a:lstStyle>
            <a:lvl1pPr marL="0" indent="0">
              <a:buNone/>
              <a:defRPr sz="1323"/>
            </a:lvl1pPr>
            <a:lvl2pPr marL="189006" indent="0">
              <a:buNone/>
              <a:defRPr sz="1158"/>
            </a:lvl2pPr>
            <a:lvl3pPr marL="378013" indent="0">
              <a:buNone/>
              <a:defRPr sz="992"/>
            </a:lvl3pPr>
            <a:lvl4pPr marL="567019" indent="0">
              <a:buNone/>
              <a:defRPr sz="827"/>
            </a:lvl4pPr>
            <a:lvl5pPr marL="756026" indent="0">
              <a:buNone/>
              <a:defRPr sz="827"/>
            </a:lvl5pPr>
            <a:lvl6pPr marL="945032" indent="0">
              <a:buNone/>
              <a:defRPr sz="827"/>
            </a:lvl6pPr>
            <a:lvl7pPr marL="1134039" indent="0">
              <a:buNone/>
              <a:defRPr sz="827"/>
            </a:lvl7pPr>
            <a:lvl8pPr marL="1323045" indent="0">
              <a:buNone/>
              <a:defRPr sz="827"/>
            </a:lvl8pPr>
            <a:lvl9pPr marL="1512052" indent="0">
              <a:buNone/>
              <a:defRPr sz="827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0356" y="1609249"/>
            <a:ext cx="1219096" cy="2981333"/>
          </a:xfrm>
        </p:spPr>
        <p:txBody>
          <a:bodyPr/>
          <a:lstStyle>
            <a:lvl1pPr marL="0" indent="0">
              <a:buNone/>
              <a:defRPr sz="661"/>
            </a:lvl1pPr>
            <a:lvl2pPr marL="189006" indent="0">
              <a:buNone/>
              <a:defRPr sz="579"/>
            </a:lvl2pPr>
            <a:lvl3pPr marL="378013" indent="0">
              <a:buNone/>
              <a:defRPr sz="496"/>
            </a:lvl3pPr>
            <a:lvl4pPr marL="567019" indent="0">
              <a:buNone/>
              <a:defRPr sz="413"/>
            </a:lvl4pPr>
            <a:lvl5pPr marL="756026" indent="0">
              <a:buNone/>
              <a:defRPr sz="413"/>
            </a:lvl5pPr>
            <a:lvl6pPr marL="945032" indent="0">
              <a:buNone/>
              <a:defRPr sz="413"/>
            </a:lvl6pPr>
            <a:lvl7pPr marL="1134039" indent="0">
              <a:buNone/>
              <a:defRPr sz="413"/>
            </a:lvl7pPr>
            <a:lvl8pPr marL="1323045" indent="0">
              <a:buNone/>
              <a:defRPr sz="413"/>
            </a:lvl8pPr>
            <a:lvl9pPr marL="1512052" indent="0">
              <a:buNone/>
              <a:defRPr sz="41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B62A8-A641-4A3C-864E-FD824D7B2A36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91AF-D0A5-46C6-8251-801610528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80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B62A8-A641-4A3C-864E-FD824D7B2A36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91AF-D0A5-46C6-8251-801610528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894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04947" y="285592"/>
            <a:ext cx="815028" cy="45458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864" y="285592"/>
            <a:ext cx="2397835" cy="45458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B62A8-A641-4A3C-864E-FD824D7B2A36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91AF-D0A5-46C6-8251-801610528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586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64" y="285593"/>
            <a:ext cx="3260110" cy="1036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64" y="1427960"/>
            <a:ext cx="3260110" cy="3403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9864" y="4971786"/>
            <a:ext cx="850464" cy="28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B62A8-A641-4A3C-864E-FD824D7B2A36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52072" y="4971786"/>
            <a:ext cx="1275695" cy="28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69510" y="4971786"/>
            <a:ext cx="850464" cy="28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191AF-D0A5-46C6-8251-8016105285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835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78013" rtl="0" eaLnBrk="1" latinLnBrk="0" hangingPunct="1">
        <a:lnSpc>
          <a:spcPct val="90000"/>
        </a:lnSpc>
        <a:spcBef>
          <a:spcPct val="0"/>
        </a:spcBef>
        <a:buNone/>
        <a:defRPr sz="18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4503" indent="-94503" algn="l" defTabSz="378013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158" kern="1200">
          <a:solidFill>
            <a:schemeClr val="tx1"/>
          </a:solidFill>
          <a:latin typeface="+mn-lt"/>
          <a:ea typeface="+mn-ea"/>
          <a:cs typeface="+mn-cs"/>
        </a:defRPr>
      </a:lvl1pPr>
      <a:lvl2pPr marL="283510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472516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3pPr>
      <a:lvl4pPr marL="661523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4pPr>
      <a:lvl5pPr marL="850529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5pPr>
      <a:lvl6pPr marL="1039536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6pPr>
      <a:lvl7pPr marL="1228542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7pPr>
      <a:lvl8pPr marL="1417549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8pPr>
      <a:lvl9pPr marL="1606555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1pPr>
      <a:lvl2pPr marL="189006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2pPr>
      <a:lvl3pPr marL="378013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3pPr>
      <a:lvl4pPr marL="567019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4pPr>
      <a:lvl5pPr marL="756026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5pPr>
      <a:lvl6pPr marL="945032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6pPr>
      <a:lvl7pPr marL="1134039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7pPr>
      <a:lvl8pPr marL="1323045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8pPr>
      <a:lvl9pPr marL="1512052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AFDF5-E7AB-FDF9-5285-CF4EBC859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G_FOND">
            <a:extLst>
              <a:ext uri="{FF2B5EF4-FFF2-40B4-BE49-F238E27FC236}">
                <a16:creationId xmlns:a16="http://schemas.microsoft.com/office/drawing/2014/main" id="{1FEB60F9-8ED2-0E4F-182C-17D79FEEF5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318" y="185876"/>
            <a:ext cx="3505200" cy="4349826"/>
          </a:xfrm>
          <a:prstGeom prst="rect">
            <a:avLst/>
          </a:prstGeom>
        </p:spPr>
      </p:pic>
      <p:pic>
        <p:nvPicPr>
          <p:cNvPr id="9" name="IMG_OVERLAY">
            <a:extLst>
              <a:ext uri="{FF2B5EF4-FFF2-40B4-BE49-F238E27FC236}">
                <a16:creationId xmlns:a16="http://schemas.microsoft.com/office/drawing/2014/main" id="{B003716D-C829-7871-14C8-B634B72E34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756" y="30"/>
            <a:ext cx="3785349" cy="5364101"/>
          </a:xfrm>
          <a:prstGeom prst="rect">
            <a:avLst/>
          </a:prstGeom>
        </p:spPr>
      </p:pic>
      <p:sp>
        <p:nvSpPr>
          <p:cNvPr id="15" name="TITRE">
            <a:extLst>
              <a:ext uri="{FF2B5EF4-FFF2-40B4-BE49-F238E27FC236}">
                <a16:creationId xmlns:a16="http://schemas.microsoft.com/office/drawing/2014/main" id="{C90F7E45-1D13-512A-FAFC-1BAED8163A73}"/>
              </a:ext>
            </a:extLst>
          </p:cNvPr>
          <p:cNvSpPr/>
          <p:nvPr/>
        </p:nvSpPr>
        <p:spPr>
          <a:xfrm>
            <a:off x="215900" y="4533900"/>
            <a:ext cx="3354236" cy="562885"/>
          </a:xfrm>
          <a:prstGeom prst="bevel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lumMod val="50000"/>
                  <a:shade val="30000"/>
                  <a:satMod val="115000"/>
                </a:schemeClr>
              </a:gs>
              <a:gs pos="50000">
                <a:schemeClr val="accent2">
                  <a:lumMod val="50000"/>
                  <a:shade val="67500"/>
                  <a:satMod val="115000"/>
                </a:schemeClr>
              </a:gs>
              <a:gs pos="100000">
                <a:schemeClr val="accent2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400" b="1" dirty="0"/>
              <a:t>TITLE</a:t>
            </a:r>
          </a:p>
          <a:p>
            <a:pPr algn="r"/>
            <a:r>
              <a:rPr lang="fr-FR" sz="800" dirty="0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214351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1438A-9690-3BDD-1D59-50995B65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G_FOND">
            <a:extLst>
              <a:ext uri="{FF2B5EF4-FFF2-40B4-BE49-F238E27FC236}">
                <a16:creationId xmlns:a16="http://schemas.microsoft.com/office/drawing/2014/main" id="{C215D5FA-C7A2-2E42-8085-A9B59B465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7318" y="185197"/>
            <a:ext cx="3505200" cy="4352543"/>
          </a:xfrm>
          <a:prstGeom prst="rect">
            <a:avLst/>
          </a:prstGeom>
        </p:spPr>
      </p:pic>
      <p:pic>
        <p:nvPicPr>
          <p:cNvPr id="9" name="IMG_OVERLAY">
            <a:extLst>
              <a:ext uri="{FF2B5EF4-FFF2-40B4-BE49-F238E27FC236}">
                <a16:creationId xmlns:a16="http://schemas.microsoft.com/office/drawing/2014/main" id="{8956667D-147F-2ED1-F642-74215C4041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756" y="31"/>
            <a:ext cx="3785349" cy="5364101"/>
          </a:xfrm>
          <a:prstGeom prst="rect">
            <a:avLst/>
          </a:prstGeom>
        </p:spPr>
      </p:pic>
      <p:sp>
        <p:nvSpPr>
          <p:cNvPr id="15" name="CONTENU">
            <a:extLst>
              <a:ext uri="{FF2B5EF4-FFF2-40B4-BE49-F238E27FC236}">
                <a16:creationId xmlns:a16="http://schemas.microsoft.com/office/drawing/2014/main" id="{CEA2514C-D472-B4E0-B6BA-A5E581052781}"/>
              </a:ext>
            </a:extLst>
          </p:cNvPr>
          <p:cNvSpPr/>
          <p:nvPr/>
        </p:nvSpPr>
        <p:spPr>
          <a:xfrm>
            <a:off x="215899" y="3649650"/>
            <a:ext cx="3383559" cy="1447136"/>
          </a:xfrm>
          <a:prstGeom prst="bevel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lumMod val="50000"/>
                  <a:shade val="30000"/>
                  <a:satMod val="115000"/>
                </a:schemeClr>
              </a:gs>
              <a:gs pos="50000">
                <a:schemeClr val="accent2">
                  <a:lumMod val="50000"/>
                  <a:shade val="67500"/>
                  <a:satMod val="115000"/>
                </a:schemeClr>
              </a:gs>
              <a:gs pos="100000">
                <a:schemeClr val="accent2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sz="1400" b="1" dirty="0"/>
              <a:t>TITLE</a:t>
            </a:r>
            <a:endParaRPr lang="fr-FR" sz="1000" b="1" kern="100" dirty="0">
              <a:solidFill>
                <a:srgbClr val="FFFFFF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kern="100" dirty="0">
                <a:solidFill>
                  <a:srgbClr val="FFFFFF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CONTENT</a:t>
            </a:r>
            <a:endParaRPr lang="fr-FR" sz="1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2DE7755B-C26B-D10F-0CC9-BC072FFEDA06}"/>
              </a:ext>
            </a:extLst>
          </p:cNvPr>
          <p:cNvSpPr/>
          <p:nvPr/>
        </p:nvSpPr>
        <p:spPr>
          <a:xfrm>
            <a:off x="1345265" y="3309070"/>
            <a:ext cx="1089306" cy="340580"/>
          </a:xfrm>
          <a:prstGeom prst="bevel">
            <a:avLst>
              <a:gd name="adj" fmla="val 0"/>
            </a:avLst>
          </a:prstGeom>
          <a:gradFill flip="none" rotWithShape="1">
            <a:gsLst>
              <a:gs pos="0">
                <a:schemeClr val="tx2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2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2">
                  <a:lumMod val="75000"/>
                  <a:lumOff val="2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9525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735512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6958</TotalTime>
  <Words>138</Words>
  <Application>Microsoft Office PowerPoint</Application>
  <PresentationFormat>Personnalisé</PresentationFormat>
  <Paragraphs>7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defour</dc:creator>
  <cp:lastModifiedBy>david defour</cp:lastModifiedBy>
  <cp:revision>2</cp:revision>
  <dcterms:created xsi:type="dcterms:W3CDTF">2026-01-31T14:22:45Z</dcterms:created>
  <dcterms:modified xsi:type="dcterms:W3CDTF">2026-09-01T15:37:06Z</dcterms:modified>
</cp:coreProperties>
</file>